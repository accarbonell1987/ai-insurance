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Seguros Inteligentes</a:t>
            </a:r>
            <a:br/>
            <a:r>
              <a:t>para HomeBanking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EE3F8"/>
                </a:solidFill>
              </a:defRPr>
            </a:pPr>
            <a:r>
              <a:t>Cómo integrar AI para aumentar ingresos</a:t>
            </a:r>
            <a:br/>
            <a:r>
              <a:t>y mejorar la experiencia del cliente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La Oportunidad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El Mercado de Seguros está Transformándose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16459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88%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de aseguradoras ya usan AI en al menos una función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5568"/>
                </a:solidFill>
              </a:defRPr>
            </a:pPr>
            <a:r>
              <a:t>Fuente: McKinsey 2025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657600" cy="16459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58%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de clientes quieren consejos personalizados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926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5568"/>
                </a:solidFill>
              </a:defRPr>
            </a:pPr>
            <a:r>
              <a:t>Fuente: Accenture 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657600" cy="16459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$5.2T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mercado global de seguros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5568"/>
                </a:solidFill>
              </a:defRPr>
            </a:pPr>
            <a:r>
              <a:t>Fuente: Swiss 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657600" cy="16459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840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14%→70%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adopción de AI en underwriting en 3 años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9377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5568"/>
                </a:solidFill>
              </a:defRPr>
            </a:pPr>
            <a:r>
              <a:t>Fuente: Accenture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¿Por qué un Banco debería ofrecer Seguros?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Ya tienen la confianza del cliente (relación establecida)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Datos financieros que mejoran el risk scoring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Canal digital establecido (app, web) con millones de usuarios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Oportunidad de cross-sell en momentos clave (créditos, hipotecas)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Nuevo revenue stream sin inversión en infraestructura de seguros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El banco se convierte en distribuidor inteligente, no en aseguradora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Situación Actual vs. 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HOY: Modelo Tradicional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Cliente debe salir del app para cotizar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Formularios largos y tediosos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Sin personalización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Agentes no conocen al cliente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Proceso toma días o semanas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Baja conversión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371600"/>
            <a:ext cx="18288" cy="4114800"/>
          </a:xfrm>
          <a:prstGeom prst="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A169"/>
                </a:solidFill>
              </a:defRPr>
            </a:pPr>
            <a:r>
              <a:t>MAÑANA: Con AI Integrada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Cotización en el mismo app bancario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Conversación natural en 3 minutos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Recomendaciones basadas en perfil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Contexto financiero del cliente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Emisión inmediata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Alta conversión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Nuestra Solución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Suite de Herramientas de AI para Seguros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4114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94360" y="150876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7276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Motor de Cotización Conversacional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Chat inteligente que recopila datos y genera cotizaciones personalizadas en minutos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1371600"/>
            <a:ext cx="4114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983480" y="150876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157276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50876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Copiloto para Agentes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1920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Asistente AI que ayuda a agentes con contexto del cliente y recomendaciones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926080"/>
            <a:ext cx="4114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4360" y="306324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272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063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Analizador de Productos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Explica productos complejos y compara opciones para el cliente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2926080"/>
            <a:ext cx="4114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983480" y="306324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12724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06324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Agente de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4747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Procesa siniestros automáticamente: triaje, fotos, pagos rápidos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480560"/>
            <a:ext cx="4114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94360" y="461772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6817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617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Document Intelligence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Extrae datos de documentos (DNI, facturas, fotos) automáticamente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46320" y="4480560"/>
            <a:ext cx="41148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83480" y="4617720"/>
            <a:ext cx="457200" cy="45720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83480" y="4681728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32120" y="46177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A365D"/>
                </a:solidFill>
              </a:defRPr>
            </a:pPr>
            <a:r>
              <a:t>Dashboard de Gobernanza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5029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4A5568"/>
                </a:solidFill>
              </a:defRPr>
            </a:pPr>
            <a:r>
              <a:t>Monitoreo, auditoría y compliance de decisiones de 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Integración Simple con su HomeBanking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API REST documentada para integración en días, no meses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Widget embebible en su app móvil y web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White-label: su marca, nuestra tecnología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Compatible con múltiples aseguradoras (multi-carrier)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Cumplimiento regulatorio incluido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Sin impacto en sus sistemas 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Time-to-market: 4-6 semanas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Resultados Probados en Producción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16459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91%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de intake de claims automatizado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5568"/>
                </a:solidFill>
              </a:defRPr>
            </a:pPr>
            <a:r>
              <a:t>Fuente: Dearborn Labs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657600" cy="16459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93%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de pólizas emitidas sin intervención humana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926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5568"/>
                </a:solidFill>
              </a:defRPr>
            </a:pPr>
            <a:r>
              <a:t>Fuente: Dearborn Labs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657600"/>
            <a:ext cx="3657600" cy="16459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3X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más eficiencia en manejo de claims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9377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5568"/>
                </a:solidFill>
              </a:defRPr>
            </a:pPr>
            <a:r>
              <a:t>Fuente: Dearborn Labs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657600"/>
            <a:ext cx="3657600" cy="16459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38404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2B6CB0"/>
                </a:solidFill>
              </a:defRPr>
            </a:pPr>
            <a:r>
              <a:t>&gt;30%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4805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4A5568"/>
                </a:solidFill>
              </a:defRPr>
            </a:pPr>
            <a:r>
              <a:t>ahorro en costos de underwriting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9377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A5568"/>
                </a:solidFill>
              </a:defRPr>
            </a:pPr>
            <a:r>
              <a:t>Fuente: BCG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Modelo de Negocio: Gana-Gana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Sin inversión inicial: setup incluido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Revenue share por póliza vendida a través del canal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El banco obtiene comisión por cada venta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Métricas transparentes en dashboard en tiempo real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Escalable: más productos, más ingresos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Proyección de Impacto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B6CB0"/>
                </a:solidFill>
              </a:defRPr>
            </a:pPr>
            <a:r>
              <a:t>Reducción de Costos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Automatización de cotización: -80% costo por quote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Claims rápidos: menos reservas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Sin call center para seguros básicos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Menos errores de data entry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371600"/>
            <a:ext cx="18288" cy="4114800"/>
          </a:xfrm>
          <a:prstGeom prst="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0" y="137160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8A169"/>
                </a:solidFill>
              </a:defRPr>
            </a:pPr>
            <a:r>
              <a:t>Aumento de Ingresos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92024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Nuevo revenue stream (comisiones)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Cross-sell en momentos clave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Mayor retención de clientes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Upsell inteligente basado en datos</a:t>
            </a:r>
          </a:p>
          <a:p>
            <a:pPr>
              <a:spcAft>
                <a:spcPts val="800"/>
              </a:spcAft>
              <a:defRPr sz="1600">
                <a:solidFill>
                  <a:srgbClr val="4A5568"/>
                </a:solidFill>
              </a:defRPr>
            </a:pPr>
            <a:r>
              <a:t>• NPS mejorado = más referidos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Casos de Uso en HomeBanking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Al aprobar un crédito automotriz → Ofrecer seguro de auto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Al firmar hipoteca → Ofrecer seguro de hogar + vida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Al detectar viaje internacional → Ofrecer seguro de viaje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Al cumplir 40 años → Ofrecer seguro de vida/retiro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Al reportar robo de tarjeta → Activar claim de seguro digital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303520"/>
            <a:ext cx="8229600" cy="731520"/>
          </a:xfrm>
          <a:prstGeom prst="roundRect">
            <a:avLst/>
          </a:prstGeom>
          <a:solidFill>
            <a:srgbClr val="BEE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440680"/>
            <a:ext cx="7863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1A365D"/>
                </a:solidFill>
              </a:defRPr>
            </a:pPr>
            <a:r>
              <a:t>Seguros contextuales = mayor conversión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¿Por qué Nosotros?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MVP funcionando hoy (no PowerPoint vaporware)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Multi-LLM: OpenAI, Anthropic, modelos locales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Arquitectura modular: use solo lo que necesita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Agnóstico de carrier: integramos con quien usted elija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Equipo con experiencia en seguros Y en AI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Enfoque en compliance desde el diseño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Seguridad 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Datos encriptados en tránsito y en reposo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No almacenamos datos sensibles del cliente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Auditoría completa de decisiones de AI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Preparado para regulaciones de AI (EU AI Act, IMDA)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SOC2 Type II en roadmap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Hosting flexible: cloud o on-premise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Roadmap de Implementación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Semana 1-2: Discovery y definición de productos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Semana 3-4: Integración de APIs y configuración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Semana 5: Testing con usuarios internos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Semana 6: Piloto controlado (soft launch)</a:t>
            </a:r>
          </a:p>
          <a:p>
            <a:pPr>
              <a:spcAft>
                <a:spcPts val="1200"/>
              </a:spcAft>
              <a:defRPr sz="2000">
                <a:solidFill>
                  <a:srgbClr val="4A5568"/>
                </a:solidFill>
              </a:defRPr>
            </a:pPr>
            <a:r>
              <a:t>• Semana 8+: Rollout completo y optimización continua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¿Listo para transformar su</a:t>
            </a:r>
            <a:br/>
            <a:r>
              <a:t>oferta de seguros?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BEE3F8"/>
                </a:solidFill>
              </a:defRPr>
            </a:pPr>
            <a:r>
              <a:t>Agendemos una demo personalizada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contacto@empresa.com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